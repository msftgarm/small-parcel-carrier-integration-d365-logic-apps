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5" d="100"/>
          <a:sy n="85" d="100"/>
        </p:scale>
        <p:origin x="327" y="3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0C72101-976D-972A-0027-1886B3D06517}"/>
              </a:ext>
            </a:extLst>
          </p:cNvPr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rPr dirty="0"/>
              <a:t>Small Parcel Carrier Integration from D365 SCM via Azure Logic Apps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F3355A-86CF-C5E8-9C68-666B6E93B48E}"/>
              </a:ext>
            </a:extLst>
          </p:cNvPr>
          <p:cNvSpPr txBox="1"/>
          <p:nvPr/>
        </p:nvSpPr>
        <p:spPr>
          <a:xfrm>
            <a:off x="457200" y="731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rPr dirty="0"/>
              <a:t>Reference Architecture</a:t>
            </a:r>
          </a:p>
        </p:txBody>
      </p:sp>
      <p:sp>
        <p:nvSpPr>
          <p:cNvPr id="4" name="Flowchart: Magnetic Disk 3">
            <a:extLst>
              <a:ext uri="{FF2B5EF4-FFF2-40B4-BE49-F238E27FC236}">
                <a16:creationId xmlns:a16="http://schemas.microsoft.com/office/drawing/2014/main" id="{BDA39096-1490-2CEB-8745-C654999E0C5C}"/>
              </a:ext>
            </a:extLst>
          </p:cNvPr>
          <p:cNvSpPr/>
          <p:nvPr/>
        </p:nvSpPr>
        <p:spPr>
          <a:xfrm>
            <a:off x="457200" y="2781747"/>
            <a:ext cx="1834410" cy="1583239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D365 SCM </a:t>
            </a:r>
            <a:br>
              <a:rPr lang="en-US" dirty="0"/>
            </a:br>
            <a:r>
              <a:rPr lang="en-US" dirty="0"/>
              <a:t>On-hand in Dataverse</a:t>
            </a:r>
            <a:endParaRPr lang="uk-UA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AB845F39-FF6F-152E-2B59-B6C506D45300}"/>
              </a:ext>
            </a:extLst>
          </p:cNvPr>
          <p:cNvSpPr/>
          <p:nvPr/>
        </p:nvSpPr>
        <p:spPr>
          <a:xfrm>
            <a:off x="2352463" y="3441361"/>
            <a:ext cx="1123660" cy="380430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8176CB-89D6-FDAD-A915-EA7D294620E1}"/>
              </a:ext>
            </a:extLst>
          </p:cNvPr>
          <p:cNvSpPr txBox="1"/>
          <p:nvPr/>
        </p:nvSpPr>
        <p:spPr>
          <a:xfrm>
            <a:off x="2446794" y="3030172"/>
            <a:ext cx="9350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Canonical </a:t>
            </a:r>
            <a:br>
              <a:rPr lang="en-US" sz="1400" dirty="0"/>
            </a:br>
            <a:r>
              <a:rPr lang="en-US" sz="1400" dirty="0"/>
              <a:t>request</a:t>
            </a:r>
            <a:endParaRPr lang="uk-UA" sz="1400" dirty="0"/>
          </a:p>
        </p:txBody>
      </p:sp>
      <p:sp>
        <p:nvSpPr>
          <p:cNvPr id="7" name="Arrow: Left 6">
            <a:extLst>
              <a:ext uri="{FF2B5EF4-FFF2-40B4-BE49-F238E27FC236}">
                <a16:creationId xmlns:a16="http://schemas.microsoft.com/office/drawing/2014/main" id="{6B06E81F-7192-1D8E-F5FA-B11417D861AE}"/>
              </a:ext>
            </a:extLst>
          </p:cNvPr>
          <p:cNvSpPr/>
          <p:nvPr/>
        </p:nvSpPr>
        <p:spPr>
          <a:xfrm>
            <a:off x="2341106" y="3963524"/>
            <a:ext cx="1146374" cy="150865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0087BF-D7BB-7E57-1A77-3FDD606DF823}"/>
              </a:ext>
            </a:extLst>
          </p:cNvPr>
          <p:cNvSpPr txBox="1"/>
          <p:nvPr/>
        </p:nvSpPr>
        <p:spPr>
          <a:xfrm>
            <a:off x="2446793" y="4033647"/>
            <a:ext cx="9350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Canonical </a:t>
            </a:r>
            <a:br>
              <a:rPr lang="en-US" sz="1400" dirty="0"/>
            </a:br>
            <a:r>
              <a:rPr lang="en-US" sz="1400" dirty="0"/>
              <a:t>response</a:t>
            </a:r>
            <a:endParaRPr lang="uk-UA" sz="1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B7D028E-97F1-4684-CE59-89F369E51960}"/>
              </a:ext>
            </a:extLst>
          </p:cNvPr>
          <p:cNvSpPr/>
          <p:nvPr/>
        </p:nvSpPr>
        <p:spPr>
          <a:xfrm>
            <a:off x="3483699" y="1064105"/>
            <a:ext cx="5497620" cy="492261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b="1" dirty="0">
                <a:ln>
                  <a:solidFill>
                    <a:schemeClr val="accent1">
                      <a:shade val="15000"/>
                    </a:schemeClr>
                  </a:solidFill>
                </a:ln>
                <a:solidFill>
                  <a:schemeClr val="tx1"/>
                </a:solidFill>
              </a:rPr>
              <a:t>Azure integrations layer</a:t>
            </a:r>
            <a:endParaRPr lang="uk-UA" b="1" dirty="0">
              <a:ln>
                <a:solidFill>
                  <a:schemeClr val="accent1">
                    <a:shade val="15000"/>
                  </a:schemeClr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0" name="Flowchart: Internal Storage 9">
            <a:extLst>
              <a:ext uri="{FF2B5EF4-FFF2-40B4-BE49-F238E27FC236}">
                <a16:creationId xmlns:a16="http://schemas.microsoft.com/office/drawing/2014/main" id="{9F79C2C7-A30F-D118-AE99-0DA478661F82}"/>
              </a:ext>
            </a:extLst>
          </p:cNvPr>
          <p:cNvSpPr/>
          <p:nvPr/>
        </p:nvSpPr>
        <p:spPr>
          <a:xfrm>
            <a:off x="3881529" y="1783202"/>
            <a:ext cx="1834410" cy="1206110"/>
          </a:xfrm>
          <a:prstGeom prst="flowChartInternalStorag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Azure Logic Apps </a:t>
            </a:r>
            <a:br>
              <a:rPr lang="en-US" dirty="0"/>
            </a:br>
            <a:r>
              <a:rPr lang="en-US" dirty="0"/>
              <a:t>orchestration</a:t>
            </a:r>
            <a:endParaRPr lang="uk-UA" dirty="0"/>
          </a:p>
        </p:txBody>
      </p:sp>
      <p:sp>
        <p:nvSpPr>
          <p:cNvPr id="11" name="Flowchart: Direct Access Storage 10">
            <a:extLst>
              <a:ext uri="{FF2B5EF4-FFF2-40B4-BE49-F238E27FC236}">
                <a16:creationId xmlns:a16="http://schemas.microsoft.com/office/drawing/2014/main" id="{879D87AF-348D-3E12-D375-EBB0CFDB964D}"/>
              </a:ext>
            </a:extLst>
          </p:cNvPr>
          <p:cNvSpPr/>
          <p:nvPr/>
        </p:nvSpPr>
        <p:spPr>
          <a:xfrm>
            <a:off x="6150229" y="1638383"/>
            <a:ext cx="2692711" cy="1314865"/>
          </a:xfrm>
          <a:prstGeom prst="flowChartMagneticDru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Blob Storage (labels, documents)</a:t>
            </a:r>
            <a:endParaRPr lang="uk-UA" dirty="0"/>
          </a:p>
        </p:txBody>
      </p:sp>
      <p:sp>
        <p:nvSpPr>
          <p:cNvPr id="12" name="Flowchart: Document 11">
            <a:extLst>
              <a:ext uri="{FF2B5EF4-FFF2-40B4-BE49-F238E27FC236}">
                <a16:creationId xmlns:a16="http://schemas.microsoft.com/office/drawing/2014/main" id="{74BEFC22-294D-8F84-158D-DF28B1DE9CCC}"/>
              </a:ext>
            </a:extLst>
          </p:cNvPr>
          <p:cNvSpPr/>
          <p:nvPr/>
        </p:nvSpPr>
        <p:spPr>
          <a:xfrm>
            <a:off x="10245495" y="4056393"/>
            <a:ext cx="1800054" cy="801074"/>
          </a:xfrm>
          <a:prstGeom prst="flowChart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Carrier1 API</a:t>
            </a:r>
            <a:endParaRPr lang="uk-UA" dirty="0"/>
          </a:p>
        </p:txBody>
      </p:sp>
      <p:sp>
        <p:nvSpPr>
          <p:cNvPr id="13" name="Flowchart: Document 12">
            <a:extLst>
              <a:ext uri="{FF2B5EF4-FFF2-40B4-BE49-F238E27FC236}">
                <a16:creationId xmlns:a16="http://schemas.microsoft.com/office/drawing/2014/main" id="{BF3916C1-635D-7174-E3A5-A53EF995CA08}"/>
              </a:ext>
            </a:extLst>
          </p:cNvPr>
          <p:cNvSpPr/>
          <p:nvPr/>
        </p:nvSpPr>
        <p:spPr>
          <a:xfrm>
            <a:off x="10245495" y="4943063"/>
            <a:ext cx="1800054" cy="801074"/>
          </a:xfrm>
          <a:prstGeom prst="flowChart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Carrier2 API</a:t>
            </a:r>
            <a:endParaRPr lang="uk-UA" dirty="0"/>
          </a:p>
        </p:txBody>
      </p:sp>
      <p:sp>
        <p:nvSpPr>
          <p:cNvPr id="14" name="Arrow: Left 13">
            <a:extLst>
              <a:ext uri="{FF2B5EF4-FFF2-40B4-BE49-F238E27FC236}">
                <a16:creationId xmlns:a16="http://schemas.microsoft.com/office/drawing/2014/main" id="{80511431-8E2B-AAB5-17E6-91E179074A79}"/>
              </a:ext>
            </a:extLst>
          </p:cNvPr>
          <p:cNvSpPr/>
          <p:nvPr/>
        </p:nvSpPr>
        <p:spPr>
          <a:xfrm>
            <a:off x="9087764" y="4290544"/>
            <a:ext cx="1146374" cy="150865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7C1B083-B28F-6C26-4C34-B71D5C0670B1}"/>
              </a:ext>
            </a:extLst>
          </p:cNvPr>
          <p:cNvSpPr txBox="1"/>
          <p:nvPr/>
        </p:nvSpPr>
        <p:spPr>
          <a:xfrm>
            <a:off x="9049631" y="4360667"/>
            <a:ext cx="12226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API1 response</a:t>
            </a:r>
            <a:endParaRPr lang="uk-UA" sz="1400" dirty="0"/>
          </a:p>
        </p:txBody>
      </p:sp>
      <p:sp>
        <p:nvSpPr>
          <p:cNvPr id="16" name="Arrow: Left 15">
            <a:extLst>
              <a:ext uri="{FF2B5EF4-FFF2-40B4-BE49-F238E27FC236}">
                <a16:creationId xmlns:a16="http://schemas.microsoft.com/office/drawing/2014/main" id="{BA73078A-9950-AE6A-415C-211C16C2AA69}"/>
              </a:ext>
            </a:extLst>
          </p:cNvPr>
          <p:cNvSpPr/>
          <p:nvPr/>
        </p:nvSpPr>
        <p:spPr>
          <a:xfrm>
            <a:off x="9087764" y="5176578"/>
            <a:ext cx="1146374" cy="150865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33C252A-AD8B-E759-59B3-6F05BF2FEC4F}"/>
              </a:ext>
            </a:extLst>
          </p:cNvPr>
          <p:cNvSpPr txBox="1"/>
          <p:nvPr/>
        </p:nvSpPr>
        <p:spPr>
          <a:xfrm>
            <a:off x="9049629" y="5246701"/>
            <a:ext cx="12226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API2 response</a:t>
            </a:r>
            <a:endParaRPr lang="uk-UA" sz="1400" dirty="0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B7D082E8-4665-E29E-BF1C-2FCA64E2BAEA}"/>
              </a:ext>
            </a:extLst>
          </p:cNvPr>
          <p:cNvSpPr/>
          <p:nvPr/>
        </p:nvSpPr>
        <p:spPr>
          <a:xfrm>
            <a:off x="9110478" y="3938339"/>
            <a:ext cx="1123660" cy="380430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62FF408-9090-0DA7-24EA-E5823362F19D}"/>
              </a:ext>
            </a:extLst>
          </p:cNvPr>
          <p:cNvSpPr txBox="1"/>
          <p:nvPr/>
        </p:nvSpPr>
        <p:spPr>
          <a:xfrm>
            <a:off x="9114080" y="3673006"/>
            <a:ext cx="11164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API1 request</a:t>
            </a:r>
            <a:endParaRPr lang="uk-UA" sz="1400" dirty="0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399A311E-5855-8D98-FC84-890A4EDE5AD9}"/>
              </a:ext>
            </a:extLst>
          </p:cNvPr>
          <p:cNvSpPr/>
          <p:nvPr/>
        </p:nvSpPr>
        <p:spPr>
          <a:xfrm>
            <a:off x="9110478" y="4811530"/>
            <a:ext cx="1123660" cy="380430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1ACF052-6FD3-2E5B-F5D4-44B7C66D398A}"/>
              </a:ext>
            </a:extLst>
          </p:cNvPr>
          <p:cNvSpPr txBox="1"/>
          <p:nvPr/>
        </p:nvSpPr>
        <p:spPr>
          <a:xfrm>
            <a:off x="9114080" y="4546197"/>
            <a:ext cx="11164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API2 request</a:t>
            </a:r>
            <a:endParaRPr lang="uk-UA" sz="1400" dirty="0"/>
          </a:p>
        </p:txBody>
      </p:sp>
      <p:sp>
        <p:nvSpPr>
          <p:cNvPr id="22" name="Flowchart: Internal Storage 21">
            <a:extLst>
              <a:ext uri="{FF2B5EF4-FFF2-40B4-BE49-F238E27FC236}">
                <a16:creationId xmlns:a16="http://schemas.microsoft.com/office/drawing/2014/main" id="{D46B0A12-D513-2F3A-4616-4FD2B40A4C7F}"/>
              </a:ext>
            </a:extLst>
          </p:cNvPr>
          <p:cNvSpPr/>
          <p:nvPr/>
        </p:nvSpPr>
        <p:spPr>
          <a:xfrm>
            <a:off x="5530814" y="3377728"/>
            <a:ext cx="1834410" cy="1206110"/>
          </a:xfrm>
          <a:prstGeom prst="flowChartInternalStorag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Azure Functions</a:t>
            </a:r>
            <a:br>
              <a:rPr lang="en-US" dirty="0"/>
            </a:br>
            <a:r>
              <a:rPr lang="en-US" dirty="0"/>
              <a:t>carrier adaptors</a:t>
            </a:r>
            <a:endParaRPr lang="uk-UA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04491AA-94FE-9ED8-47A4-06C2E261C3FA}"/>
              </a:ext>
            </a:extLst>
          </p:cNvPr>
          <p:cNvCxnSpPr>
            <a:stCxn id="10" idx="2"/>
            <a:endCxn id="22" idx="1"/>
          </p:cNvCxnSpPr>
          <p:nvPr/>
        </p:nvCxnSpPr>
        <p:spPr>
          <a:xfrm>
            <a:off x="4798734" y="2989312"/>
            <a:ext cx="732080" cy="9914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D5EBBAD-E71B-6320-58A8-21E6C66ABEDE}"/>
              </a:ext>
            </a:extLst>
          </p:cNvPr>
          <p:cNvCxnSpPr>
            <a:cxnSpLocks/>
            <a:stCxn id="22" idx="3"/>
          </p:cNvCxnSpPr>
          <p:nvPr/>
        </p:nvCxnSpPr>
        <p:spPr>
          <a:xfrm>
            <a:off x="7365224" y="3980783"/>
            <a:ext cx="1616095" cy="1524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192B0A1-B6BB-AAE5-E8D1-7ECAB134F34E}"/>
              </a:ext>
            </a:extLst>
          </p:cNvPr>
          <p:cNvCxnSpPr>
            <a:cxnSpLocks/>
            <a:stCxn id="22" idx="3"/>
          </p:cNvCxnSpPr>
          <p:nvPr/>
        </p:nvCxnSpPr>
        <p:spPr>
          <a:xfrm>
            <a:off x="7365224" y="3980783"/>
            <a:ext cx="1616095" cy="9912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5F1C405-A74F-8FF8-81E7-55CDDBEA6DDC}"/>
              </a:ext>
            </a:extLst>
          </p:cNvPr>
          <p:cNvCxnSpPr>
            <a:cxnSpLocks/>
            <a:endCxn id="11" idx="2"/>
          </p:cNvCxnSpPr>
          <p:nvPr/>
        </p:nvCxnSpPr>
        <p:spPr>
          <a:xfrm flipH="1" flipV="1">
            <a:off x="7496585" y="2953248"/>
            <a:ext cx="1507448" cy="13655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DE79447-0371-2428-2E36-5E1514F77DB8}"/>
              </a:ext>
            </a:extLst>
          </p:cNvPr>
          <p:cNvCxnSpPr>
            <a:cxnSpLocks/>
            <a:endCxn id="11" idx="2"/>
          </p:cNvCxnSpPr>
          <p:nvPr/>
        </p:nvCxnSpPr>
        <p:spPr>
          <a:xfrm flipH="1" flipV="1">
            <a:off x="7496585" y="2953248"/>
            <a:ext cx="1617495" cy="22387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0DBE568-1F4F-0BB9-FE94-3E42D14C42F4}"/>
              </a:ext>
            </a:extLst>
          </p:cNvPr>
          <p:cNvCxnSpPr>
            <a:cxnSpLocks/>
            <a:endCxn id="42" idx="3"/>
          </p:cNvCxnSpPr>
          <p:nvPr/>
        </p:nvCxnSpPr>
        <p:spPr>
          <a:xfrm flipH="1">
            <a:off x="7360684" y="4318769"/>
            <a:ext cx="1564533" cy="9527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Flowchart: Internal Storage 41">
            <a:extLst>
              <a:ext uri="{FF2B5EF4-FFF2-40B4-BE49-F238E27FC236}">
                <a16:creationId xmlns:a16="http://schemas.microsoft.com/office/drawing/2014/main" id="{BDFC7694-6FA4-E71C-E5EB-7BDD953EA172}"/>
              </a:ext>
            </a:extLst>
          </p:cNvPr>
          <p:cNvSpPr/>
          <p:nvPr/>
        </p:nvSpPr>
        <p:spPr>
          <a:xfrm>
            <a:off x="5526274" y="4668444"/>
            <a:ext cx="1834410" cy="1206110"/>
          </a:xfrm>
          <a:prstGeom prst="flowChartInternalStorag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Azure Functions</a:t>
            </a:r>
            <a:br>
              <a:rPr lang="en-US" dirty="0"/>
            </a:br>
            <a:r>
              <a:rPr lang="en-US" dirty="0"/>
              <a:t>carrier adaptors</a:t>
            </a:r>
            <a:endParaRPr lang="uk-UA" dirty="0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41C2A96A-21F9-E3DC-0BD7-C172BBE20AD8}"/>
              </a:ext>
            </a:extLst>
          </p:cNvPr>
          <p:cNvCxnSpPr>
            <a:cxnSpLocks/>
            <a:endCxn id="42" idx="3"/>
          </p:cNvCxnSpPr>
          <p:nvPr/>
        </p:nvCxnSpPr>
        <p:spPr>
          <a:xfrm flipH="1">
            <a:off x="7360684" y="5246701"/>
            <a:ext cx="1688945" cy="247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BB550D3E-5F83-E15D-7C0C-B201EDA6AC9A}"/>
              </a:ext>
            </a:extLst>
          </p:cNvPr>
          <p:cNvCxnSpPr>
            <a:cxnSpLocks/>
            <a:stCxn id="42" idx="1"/>
          </p:cNvCxnSpPr>
          <p:nvPr/>
        </p:nvCxnSpPr>
        <p:spPr>
          <a:xfrm flipH="1" flipV="1">
            <a:off x="3487480" y="4095621"/>
            <a:ext cx="2038794" cy="11758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89032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62</Words>
  <Application>Microsoft Office PowerPoint</Application>
  <PresentationFormat>Widescreen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Oleksandr Baranov</cp:lastModifiedBy>
  <cp:revision>2</cp:revision>
  <dcterms:created xsi:type="dcterms:W3CDTF">2013-01-27T09:14:16Z</dcterms:created>
  <dcterms:modified xsi:type="dcterms:W3CDTF">2026-03-03T22:21:14Z</dcterms:modified>
  <cp:category/>
</cp:coreProperties>
</file>